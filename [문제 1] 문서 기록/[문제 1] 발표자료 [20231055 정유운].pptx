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6" r:id="rId2"/>
    <p:sldId id="278" r:id="rId3"/>
    <p:sldId id="277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8" r:id="rId13"/>
    <p:sldId id="287" r:id="rId14"/>
    <p:sldId id="289" r:id="rId15"/>
    <p:sldId id="290" r:id="rId16"/>
    <p:sldId id="291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7E6DFF"/>
    <a:srgbClr val="370383"/>
    <a:srgbClr val="BDBDFF"/>
    <a:srgbClr val="AEA3FF"/>
    <a:srgbClr val="555555"/>
    <a:srgbClr val="9485FF"/>
    <a:srgbClr val="D9D9FF"/>
    <a:srgbClr val="9999FF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FFF92-2FF4-4B51-B488-456F66271F8E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7F00E4-E3F3-4612-96D8-99BCAF3F14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964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CF0865-D32C-BD3B-B52E-5A556C46D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9FBBBB5-16C7-3C22-7D38-331BA9FF3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D4BCC5-D6BB-6349-75B7-712C5F9C7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41E77-DFBE-4341-9B1E-A0245CBC53F6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290D86-02F7-7BF8-D2E1-11EAEDDF5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69FDEC-3585-0F37-716D-FFCFC3F73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A669-5E5B-4917-9B9B-811A8C1FC1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21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B00CD3-DBEA-BB0A-BD92-D8B17F68C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6F2A56-7EE2-C2AA-CC46-7657E4C49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E47935-42B6-D2F6-F732-B6A1CB726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41E77-DFBE-4341-9B1E-A0245CBC53F6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5DB506-0125-7FA4-B491-09DA8BEA2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207B7D-0E0E-E04E-3ACA-E39B8088E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A669-5E5B-4917-9B9B-811A8C1FC1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1443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F9047-C084-7197-8714-2A8468ACC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041B07-ABEC-5F75-1BC2-0FF41C965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E80B32-7C85-F92D-CE6F-A6BED8B16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41E77-DFBE-4341-9B1E-A0245CBC53F6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C46D80-EF04-2C4B-834D-B1D13B393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F548CA-C57E-E4D5-F95A-835CCCD8B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A669-5E5B-4917-9B9B-811A8C1FC1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1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AC6333-FF5C-FA33-0FE0-6DABEDA4B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F75141-527B-A569-ABC6-1C5508EF24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A4A56E3-6576-E7BC-52BA-E8F5A2476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F550B7-5886-C5B5-4979-E31284BF2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41E77-DFBE-4341-9B1E-A0245CBC53F6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C8529A-143F-FC45-A39D-60C7F6AC7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AA6C7D-6398-BEEC-6617-6B6445F73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A669-5E5B-4917-9B9B-811A8C1FC1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465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0E2405-8E1A-3B89-18A4-58AEBD007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3E39FB-6083-5A5A-1D3C-5FF837229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3065C7-248E-9340-0B82-71ACEE35A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3477AB8-6CA7-9C51-0456-A4FDEAF452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17DE2E0-7083-E080-5A0D-ED08AE8385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25A070-6F44-FB71-80BA-FD6D83F3B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41E77-DFBE-4341-9B1E-A0245CBC53F6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3076212-A459-4EF3-3D7D-33D530879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C99141D-4722-635D-CF0B-4E2216D48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A669-5E5B-4917-9B9B-811A8C1FC1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996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8D182B-2060-FDE0-0595-742C85CE3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3F99BFF-84C8-3150-E2D3-908F66E7A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41E77-DFBE-4341-9B1E-A0245CBC53F6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BD25BD-C277-05BE-AD50-76E4EDCB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D72AF2-CCF0-9C2B-75AB-E93E870AD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A669-5E5B-4917-9B9B-811A8C1FC1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18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47E5481-B0F0-E358-AD4C-5997253AC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41E77-DFBE-4341-9B1E-A0245CBC53F6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8DD250-60F0-33F5-4924-2C0C632AC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1214B3-160F-0BC0-8FD5-53BC3CFF9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A669-5E5B-4917-9B9B-811A8C1FC1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92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5FA32C-D9EC-611F-D4F4-1031F17C3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6BAE50-B533-9A3A-C0FA-D616CEF7C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436E559-F0F2-8C41-9D07-1D47FAFA1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8DEEBE-30D3-2FA6-13D8-EE09AA6AC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41E77-DFBE-4341-9B1E-A0245CBC53F6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321ED5-E471-4466-F402-24AC764C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D29BEB-7813-AF44-4729-10F0E15A2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A669-5E5B-4917-9B9B-811A8C1FC1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144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945158-95B0-026D-6689-018F54275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14503A3-7879-9009-C1A1-7D85AD9AFF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7AC338-C5C7-4EA7-978D-F0D648BA2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9B1D3C-4C35-D96D-4944-A4D12D506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41E77-DFBE-4341-9B1E-A0245CBC53F6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EDFAD8-85AC-0DA7-BADF-C58333A09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1A2AFE-A201-D603-ABB8-CBB35370B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A669-5E5B-4917-9B9B-811A8C1FC1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490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5AB70C-A452-BD23-73E7-E1703A5AD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A490B3-06FA-DA20-C0F7-649A48846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B36983-F1F3-1FF0-41A9-FDBA6B502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41E77-DFBE-4341-9B1E-A0245CBC53F6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C56D59-588B-4253-0956-90E15EFE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3E0D14-EB52-373D-5E71-57F717BE0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A669-5E5B-4917-9B9B-811A8C1FC1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405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4882BFF-9986-5180-BC76-F46F2DA76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2FABF1-14B0-6AC8-5D25-86DFA7367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1395D0-13BA-5605-4420-3BE1D4791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41E77-DFBE-4341-9B1E-A0245CBC53F6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8ECA3B-069F-999A-72E3-3007B7E21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4E2BFB-C819-C0BD-2C31-3047C69D3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7A669-5E5B-4917-9B9B-811A8C1FC1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893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83E5C2B-F031-9EF8-0A09-5204296DF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F4C684-CC87-7A60-7CA5-D1E1757F9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284BBB-5EC1-F888-D25A-60AC1AAAB4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41E77-DFBE-4341-9B1E-A0245CBC53F6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6CE2CC-EDDD-7619-6CC0-19C30635C3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A11A59-2FA8-E9EA-1845-2746E00A2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47A669-5E5B-4917-9B9B-811A8C1FC1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852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224137C-5CA2-D656-E9E7-C75B7D2D3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807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EF44B5-5BE8-EFA8-896C-ADAFEDAD4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442211"/>
      </p:ext>
    </p:extLst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59C939F-35DD-30F0-FC4C-DBD04A446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0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F6F2725-0430-9C62-B85A-2CF5BE1C1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931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D5F618F-86BA-7BD2-9960-262A8245E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075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9C5C654-E58A-2A9B-458C-04BE56DC6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363983"/>
      </p:ext>
    </p:extLst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BDBAB96-F190-0B4E-3F6F-3D7985582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817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8A9B961-FA9F-A7BA-9D15-92BDF3E88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82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D231D9E-759F-09BA-9F48-BBC579ECA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744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C95033C-0BAB-F4D7-4E9F-451DEFA48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259628"/>
      </p:ext>
    </p:extLst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C47EE16-FC8C-2A63-6CA3-B50434075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57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DA6CC91-B14B-22D1-CDD2-2F35D4837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661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8E1F38D-BAB9-C3FF-3510-D60934250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118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E60AD6B-3209-BB06-B929-1D7B74CB7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413558"/>
      </p:ext>
    </p:extLst>
  </p:cSld>
  <p:clrMapOvr>
    <a:masterClrMapping/>
  </p:clrMapOvr>
  <p:transition spd="slow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173B957-D7DF-6F0C-8B45-6BF671DD7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1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1D4DD3D-6DA9-C885-C3F4-B5C5C382E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240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restig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0</Words>
  <Application>Microsoft Office PowerPoint</Application>
  <PresentationFormat>와이드스크린</PresentationFormat>
  <Paragraphs>0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00 Comatine</dc:creator>
  <cp:lastModifiedBy>00 Comatine</cp:lastModifiedBy>
  <cp:revision>40</cp:revision>
  <dcterms:created xsi:type="dcterms:W3CDTF">2026-09-26T08:20:18Z</dcterms:created>
  <dcterms:modified xsi:type="dcterms:W3CDTF">2026-09-27T05:26:38Z</dcterms:modified>
</cp:coreProperties>
</file>